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slide speaker rationale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slide speaker decision context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Brain PPTX ingestion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First slide native body</a:t>
            </a:r>
            <a:endParaRPr lang="en-US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4572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Value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Adoption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Second slide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NEBULA-LATE-SLIDE-7421 searchable phrase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Corgtex synthetic fixture</dc:creator>
  <cp:lastModifiedBy>Corgtex synthetic fixture</cp:lastModifiedBy>
  <cp:revision>1</cp:revision>
  <dcterms:created xsi:type="dcterms:W3CDTF">2026-08-16T23:11:09Z</dcterms:created>
  <dcterms:modified xsi:type="dcterms:W3CDTF">2026-08-16T23:11:09Z</dcterms:modified>
</cp:coreProperties>
</file>